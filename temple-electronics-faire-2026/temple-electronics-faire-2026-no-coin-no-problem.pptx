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75" r:id="rId3"/>
    <p:sldId id="257" r:id="rId4"/>
    <p:sldId id="259" r:id="rId5"/>
    <p:sldId id="258" r:id="rId6"/>
    <p:sldId id="261" r:id="rId7"/>
    <p:sldId id="264" r:id="rId8"/>
    <p:sldId id="277" r:id="rId9"/>
    <p:sldId id="267" r:id="rId10"/>
    <p:sldId id="260" r:id="rId11"/>
    <p:sldId id="269" r:id="rId12"/>
    <p:sldId id="266" r:id="rId13"/>
    <p:sldId id="270" r:id="rId14"/>
    <p:sldId id="268" r:id="rId15"/>
    <p:sldId id="271" r:id="rId16"/>
    <p:sldId id="286" r:id="rId17"/>
    <p:sldId id="272" r:id="rId18"/>
    <p:sldId id="273" r:id="rId19"/>
    <p:sldId id="276" r:id="rId20"/>
    <p:sldId id="279" r:id="rId21"/>
    <p:sldId id="278" r:id="rId22"/>
    <p:sldId id="280" r:id="rId23"/>
    <p:sldId id="281" r:id="rId24"/>
    <p:sldId id="284" r:id="rId25"/>
    <p:sldId id="283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89F88-E666-40B0-9835-10EF8E8A3D1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61AB4C-47C7-4442-89EE-469FCCC83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92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61AB4C-47C7-4442-89EE-469FCCC833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26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8229600" cy="365125"/>
          </a:xfrm>
        </p:spPr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541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8229600" cy="365125"/>
          </a:xfrm>
        </p:spPr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29600" y="6356350"/>
            <a:ext cx="457200" cy="365125"/>
          </a:xfrm>
        </p:spPr>
        <p:txBody>
          <a:bodyPr/>
          <a:lstStyle/>
          <a:p>
            <a:fld id="{7E1EDE70-B1A5-481E-8175-8C720893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97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48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1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9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24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68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78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34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4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57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822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EDE70-B1A5-481E-8175-8C720893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8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 Coin, No </a:t>
            </a:r>
            <a:r>
              <a:rPr lang="en-US" dirty="0" smtClean="0"/>
              <a:t>Problem – A look into </a:t>
            </a:r>
            <a:r>
              <a:rPr lang="en-US" dirty="0" err="1" smtClean="0"/>
              <a:t>Freephone</a:t>
            </a:r>
            <a:r>
              <a:rPr lang="en-US" dirty="0" smtClean="0"/>
              <a:t> Projects</a:t>
            </a:r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7E1EDE70-B1A5-481E-8175-8C720893A6FB}" type="slidenum">
              <a:rPr lang="en-US" smtClean="0"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81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s://payphone.com/images/product_variant/d_16343_1_1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295400"/>
            <a:ext cx="2857500" cy="384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'Superman-style' full-height phone booth, one of the last 4 in Manhattan, at West End Avenue and 101st Street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4343400" cy="57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mike@philtel.org                    Temple Electronics Faire                    2026-04-10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1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/>
        </p:blipFill>
        <p:spPr>
          <a:xfrm>
            <a:off x="838200" y="990600"/>
            <a:ext cx="7486200" cy="4885920"/>
          </a:xfrm>
          <a:prstGeom prst="rect">
            <a:avLst/>
          </a:prstGeom>
          <a:ln>
            <a:noFill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6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87"/>
          <p:cNvPicPr/>
          <p:nvPr/>
        </p:nvPicPr>
        <p:blipFill>
          <a:blip r:embed="rId2"/>
          <a:stretch/>
        </p:blipFill>
        <p:spPr>
          <a:xfrm>
            <a:off x="-17137" y="3505200"/>
            <a:ext cx="4649701" cy="2743200"/>
          </a:xfrm>
          <a:prstGeom prst="rect">
            <a:avLst/>
          </a:prstGeom>
          <a:ln>
            <a:noFill/>
          </a:ln>
        </p:spPr>
      </p:pic>
      <p:pic>
        <p:nvPicPr>
          <p:cNvPr id="5" name="Picture 88"/>
          <p:cNvPicPr/>
          <p:nvPr/>
        </p:nvPicPr>
        <p:blipFill>
          <a:blip r:embed="rId3"/>
          <a:stretch/>
        </p:blipFill>
        <p:spPr>
          <a:xfrm>
            <a:off x="22412" y="395443"/>
            <a:ext cx="5129400" cy="2904000"/>
          </a:xfrm>
          <a:prstGeom prst="rect">
            <a:avLst/>
          </a:prstGeom>
          <a:ln>
            <a:noFill/>
          </a:ln>
        </p:spPr>
      </p:pic>
      <p:pic>
        <p:nvPicPr>
          <p:cNvPr id="7" name="Picture 90"/>
          <p:cNvPicPr/>
          <p:nvPr/>
        </p:nvPicPr>
        <p:blipFill>
          <a:blip r:embed="rId4"/>
          <a:stretch/>
        </p:blipFill>
        <p:spPr>
          <a:xfrm>
            <a:off x="4623599" y="304800"/>
            <a:ext cx="4494299" cy="2994643"/>
          </a:xfrm>
          <a:prstGeom prst="rect">
            <a:avLst/>
          </a:prstGeom>
          <a:ln>
            <a:noFill/>
          </a:ln>
        </p:spPr>
      </p:pic>
      <p:pic>
        <p:nvPicPr>
          <p:cNvPr id="8" name="Picture 91"/>
          <p:cNvPicPr/>
          <p:nvPr/>
        </p:nvPicPr>
        <p:blipFill>
          <a:blip r:embed="rId5"/>
          <a:stretch/>
        </p:blipFill>
        <p:spPr>
          <a:xfrm>
            <a:off x="4191000" y="3514165"/>
            <a:ext cx="4953000" cy="2590800"/>
          </a:xfrm>
          <a:prstGeom prst="rect">
            <a:avLst/>
          </a:prstGeom>
          <a:ln>
            <a:noFill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7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A dead payphone covered in stickers.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609600"/>
            <a:ext cx="4135806" cy="551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0+ Hundred Broken Pay Phone Royalty-Free Images, Stock Photos &amp; Pictures |  Shuttersto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39" y="609600"/>
            <a:ext cx="429577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23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64484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50" y="1504950"/>
            <a:ext cx="615315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66" y="3352800"/>
            <a:ext cx="86582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257800"/>
            <a:ext cx="58483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89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r>
              <a:rPr lang="en-US" b="1" dirty="0" smtClean="0"/>
              <a:t>98% </a:t>
            </a:r>
            <a:r>
              <a:rPr lang="en-US" dirty="0" smtClean="0"/>
              <a:t>of adults in the USA have a cell phone (Pew Research)</a:t>
            </a:r>
          </a:p>
          <a:p>
            <a:r>
              <a:rPr lang="en-US" dirty="0" smtClean="0"/>
              <a:t>Philadelphia population as of July 1 2024 is </a:t>
            </a:r>
            <a:r>
              <a:rPr lang="en-US" b="1" dirty="0" smtClean="0"/>
              <a:t>1,573,916</a:t>
            </a:r>
            <a:r>
              <a:rPr lang="en-US" dirty="0" smtClean="0"/>
              <a:t> (census.gov)</a:t>
            </a:r>
          </a:p>
          <a:p>
            <a:r>
              <a:rPr lang="en-US" b="1" dirty="0" smtClean="0"/>
              <a:t>78.8%</a:t>
            </a:r>
            <a:r>
              <a:rPr lang="en-US" dirty="0" smtClean="0"/>
              <a:t> of Philadelphians are 18+ (census.gov)</a:t>
            </a:r>
          </a:p>
          <a:p>
            <a:r>
              <a:rPr lang="en-US" dirty="0" smtClean="0"/>
              <a:t>(1573916*.788)*.02 = </a:t>
            </a:r>
            <a:r>
              <a:rPr lang="en-US" b="1" dirty="0" smtClean="0"/>
              <a:t>~24,808</a:t>
            </a:r>
            <a:r>
              <a:rPr lang="en-US" dirty="0" smtClean="0"/>
              <a:t> Philadelphia adults without a cell phone</a:t>
            </a:r>
          </a:p>
          <a:p>
            <a:r>
              <a:rPr lang="en-US" dirty="0" smtClean="0"/>
              <a:t>Xfinity Mobile </a:t>
            </a:r>
            <a:r>
              <a:rPr lang="en-US" dirty="0" smtClean="0"/>
              <a:t>Arena </a:t>
            </a:r>
            <a:r>
              <a:rPr lang="en-US" dirty="0" smtClean="0"/>
              <a:t>max seated capacity: </a:t>
            </a:r>
            <a:r>
              <a:rPr lang="en-US" b="1" dirty="0" smtClean="0"/>
              <a:t>~21,000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66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https://static01.nyt.com/images/2019/12/08/nyregion/08biglink/merlin_164834868_209d5f68-0d70-4c06-bfb3-7636fe44875c-superJumbo.jpg?quality=75&amp;auto=web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304800"/>
            <a:ext cx="8797934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752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Old Hardware, A New Twist: The No-Pay Phone - OP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09600"/>
            <a:ext cx="8486775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99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33400"/>
            <a:ext cx="8446752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5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PhilTel, a volunteer organization launched in June, plans to open its first free-to-use payphone on December 17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53" y="914400"/>
            <a:ext cx="8650642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45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33400"/>
            <a:ext cx="7803894" cy="585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43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https://philtel.org/assets/img/2023-04-27-adding-a-gong-ringer/ringer-05-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2400"/>
            <a:ext cx="4648200" cy="619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43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 descr="Cofounders of PhilTel, Mike Dank, (left), and Naveen Albert, on Saturday installed a free-to-use payphone outside of Iffy Books in Philadelphia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60" y="762000"/>
            <a:ext cx="8001000" cy="532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03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The PhilTel payphone on a wall in Iffy Books. Shelves of books can be seen to the left and below the phone. A green shirt is hung on the wall next to it and a flier can be seen to the top right. To the right of the phone is the entrance door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1000"/>
            <a:ext cx="7620000" cy="5715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8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16</a:t>
            </a:fld>
            <a:endParaRPr lang="en-US"/>
          </a:p>
        </p:txBody>
      </p:sp>
      <p:pic>
        <p:nvPicPr>
          <p:cNvPr id="8194" name="Picture 2" descr="https://philtel.org/assets/img/2025-04-06-update-on-our-next-phone/payphone-0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228600"/>
            <a:ext cx="3963637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philtel.org/assets/img/2025-04-06-update-on-our-next-phone/payphone-0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8598"/>
            <a:ext cx="3962400" cy="5941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1705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951" y="304800"/>
            <a:ext cx="6748346" cy="615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43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309563"/>
            <a:ext cx="6877050" cy="623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81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“Free Phone” Groups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Futel</a:t>
            </a:r>
            <a:r>
              <a:rPr lang="en-US" dirty="0"/>
              <a:t> </a:t>
            </a:r>
            <a:r>
              <a:rPr lang="en-US" dirty="0" smtClean="0"/>
              <a:t>- Portland</a:t>
            </a:r>
            <a:r>
              <a:rPr lang="en-US" dirty="0"/>
              <a:t>, </a:t>
            </a:r>
            <a:r>
              <a:rPr lang="en-US" dirty="0" smtClean="0"/>
              <a:t>OR</a:t>
            </a:r>
          </a:p>
          <a:p>
            <a:r>
              <a:rPr lang="en-US" dirty="0" err="1" smtClean="0"/>
              <a:t>PhilTel</a:t>
            </a:r>
            <a:r>
              <a:rPr lang="en-US" dirty="0" smtClean="0"/>
              <a:t> – Philadelphia, PA</a:t>
            </a:r>
          </a:p>
          <a:p>
            <a:r>
              <a:rPr lang="en-US" dirty="0" err="1" smtClean="0"/>
              <a:t>RandTel</a:t>
            </a:r>
            <a:r>
              <a:rPr lang="en-US" dirty="0"/>
              <a:t> - Central </a:t>
            </a:r>
            <a:r>
              <a:rPr lang="en-US" dirty="0" smtClean="0"/>
              <a:t>VT</a:t>
            </a:r>
          </a:p>
          <a:p>
            <a:r>
              <a:rPr lang="en-US" dirty="0" smtClean="0"/>
              <a:t>Good Phone Project – Monroe County, NY</a:t>
            </a:r>
          </a:p>
          <a:p>
            <a:r>
              <a:rPr lang="en-US" dirty="0" smtClean="0"/>
              <a:t>0Dial – Canada</a:t>
            </a:r>
            <a:endParaRPr lang="en-US" dirty="0"/>
          </a:p>
          <a:p>
            <a:r>
              <a:rPr lang="en-US" dirty="0" smtClean="0"/>
              <a:t>OIRCT - France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69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Mike Dank in his home workshop in Springfield, Pa. CREDIT: Mike Dan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57200"/>
            <a:ext cx="8839200" cy="5888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604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AutoShape 2" descr="Engineer revives old pay phones for free use in rural Vermont | AP New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Engineer revives old pay phones for free use in rural Vermont | AP New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Visually searched imag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71" y="533400"/>
            <a:ext cx="8694056" cy="5791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68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Artist Erik Kunsman shares his reaction to kids hearing a dial tone for the first time while standing in his studio displaying vintage pay phones for the GoodPhone Project, a public-service effort providing free VoIP phone service and high-speed WiFi to Monroe County residents. The initiative grew out of Kunsman’s Felicific Calculus, which documented the county’s 1,455 remaining pay phones, and now serves as a digital lifeline expanding access to free public communication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8" y="457200"/>
            <a:ext cx="8796101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56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81000"/>
            <a:ext cx="7660217" cy="5745163"/>
          </a:xfr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42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52400"/>
            <a:ext cx="4516636" cy="6022182"/>
          </a:xfr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37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mike@philtel.org                    Temple Electronics Faire                    2026-04-10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EDE70-B1A5-481E-8175-8C720893A6FB}" type="slidenum">
              <a:rPr lang="en-US" smtClean="0"/>
              <a:t>25</a:t>
            </a:fld>
            <a:endParaRPr lang="en-US"/>
          </a:p>
        </p:txBody>
      </p:sp>
      <p:pic>
        <p:nvPicPr>
          <p:cNvPr id="7172" name="Picture 4" descr="No photo description availabl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28600"/>
            <a:ext cx="4182343" cy="593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222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12002</TotalTime>
  <Words>256</Words>
  <Application>Microsoft Office PowerPoint</Application>
  <PresentationFormat>On-screen Show (4:3)</PresentationFormat>
  <Paragraphs>64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No Coin, No Problem – A look into Freephone Projects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“Free Phone” Groups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Number You Have Dialed Is In Service</dc:title>
  <dc:creator>Mike</dc:creator>
  <cp:lastModifiedBy>Mike</cp:lastModifiedBy>
  <cp:revision>27</cp:revision>
  <dcterms:created xsi:type="dcterms:W3CDTF">2026-03-17T18:00:48Z</dcterms:created>
  <dcterms:modified xsi:type="dcterms:W3CDTF">2026-04-10T02:31:23Z</dcterms:modified>
</cp:coreProperties>
</file>